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5b475aaa694a09" /><Relationship Type="http://schemas.openxmlformats.org/officeDocument/2006/relationships/extended-properties" Target="/docProps/app.xml" Id="R90edaea316664031" /><Relationship Type="http://schemas.openxmlformats.org/officeDocument/2006/relationships/officeDocument" Target="/ppt/presentation.xml" Id="R6298a828ca414a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46b778fc924866"/>
  </p:sldMasterIdLst>
  <p:notesMasterIdLst>
    <p:notesMasterId xmlns:r="http://schemas.openxmlformats.org/officeDocument/2006/relationships" r:id="R41ea8767b5be4bf9"/>
  </p:notesMasterIdLst>
  <p:sldIdLst>
    <p:sldId xmlns:r="http://schemas.openxmlformats.org/officeDocument/2006/relationships" id="256" r:id="R09d10cdee8544d1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68bfe5680e4862" /><Relationship Type="http://schemas.openxmlformats.org/officeDocument/2006/relationships/slideMaster" Target="/ppt/slideMasters/slideMaster1.xml" Id="R0c46b778fc924866" /><Relationship Type="http://schemas.openxmlformats.org/officeDocument/2006/relationships/notesMaster" Target="/ppt/notesMasters/notesMaster1.xml" Id="R41ea8767b5be4bf9" /><Relationship Type="http://schemas.openxmlformats.org/officeDocument/2006/relationships/presProps" Target="/ppt/presProps.xml" Id="R3b78d307706f4810" /><Relationship Type="http://schemas.openxmlformats.org/officeDocument/2006/relationships/viewProps" Target="/ppt/viewProps.xml" Id="R6c10eb68369441ad" /><Relationship Type="http://schemas.openxmlformats.org/officeDocument/2006/relationships/tableStyles" Target="/ppt/tableStyles.xml" Id="R7f44a825c7d14256" /><Relationship Type="http://schemas.openxmlformats.org/officeDocument/2006/relationships/slide" Target="/ppt/slides/slide1.xml" Id="R09d10cdee8544d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db3ed1a8a94a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2d8e3939b14b27" /><Relationship Type="http://schemas.openxmlformats.org/officeDocument/2006/relationships/notesMaster" Target="/ppt/notesMasters/notesMaster1.xml" Id="R6e319b9cb20d4d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46c18f2b449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2ba3b99eda4579" /><Relationship Type="http://schemas.openxmlformats.org/officeDocument/2006/relationships/slideLayout" Target="/ppt/slideLayouts/slideLayout1.xml" Id="Rc9a88dd851b642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a88dd851b642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c8a0a6e5f4c31" /><Relationship Type="http://schemas.openxmlformats.org/officeDocument/2006/relationships/image" Target="/ppt/media/image.png" Id="R15920ff73b3f4225" /><Relationship Type="http://schemas.openxmlformats.org/officeDocument/2006/relationships/notesSlide" Target="/ppt/notesSlides/notesSlide1.xml" Id="R250df11d96094c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20ff73b3f42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58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2026-06-04T23:55:41.8730000Z</dcterms:created>
  <dcterms:modified xsi:type="dcterms:W3CDTF">2026-06-04T23:55:41.8730000Z</dcterms:modified>
</coreProperties>
</file>